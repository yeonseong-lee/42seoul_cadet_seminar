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media1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Relationship Id="rId3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2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eongyle 🕶  2022.12.0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84225">
              <a:defRPr spc="-28" sz="2850"/>
            </a:lvl1pPr>
          </a:lstStyle>
          <a:p>
            <a:pPr/>
            <a:r>
              <a:t>seongyle 🕶  2022.12.07</a:t>
            </a:r>
          </a:p>
        </p:txBody>
      </p:sp>
      <p:sp>
        <p:nvSpPr>
          <p:cNvPr id="152" name="HAPPY ERROR HANDLING"/>
          <p:cNvSpPr txBox="1"/>
          <p:nvPr>
            <p:ph type="ctrTitle"/>
          </p:nvPr>
        </p:nvSpPr>
        <p:spPr>
          <a:xfrm>
            <a:off x="1219199" y="3009479"/>
            <a:ext cx="21945601" cy="42672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HAPPY ERROR HANDLING</a:t>
            </a:r>
          </a:p>
        </p:txBody>
      </p:sp>
      <p:sp>
        <p:nvSpPr>
          <p:cNvPr id="153" name="집현전 개발팀의 고군분투 개발기"/>
          <p:cNvSpPr txBox="1"/>
          <p:nvPr>
            <p:ph type="subTitle" sz="quarter" idx="1"/>
          </p:nvPr>
        </p:nvSpPr>
        <p:spPr>
          <a:xfrm>
            <a:off x="1219199" y="8259323"/>
            <a:ext cx="21945601" cy="2250594"/>
          </a:xfrm>
          <a:prstGeom prst="rect">
            <a:avLst/>
          </a:prstGeom>
        </p:spPr>
        <p:txBody>
          <a:bodyPr/>
          <a:lstStyle/>
          <a:p>
            <a:pPr/>
            <a:r>
              <a:t>집현전 개발팀의 고군분투 개발기</a:t>
            </a:r>
          </a:p>
        </p:txBody>
      </p:sp>
      <p:pic>
        <p:nvPicPr>
          <p:cNvPr id="154" name="집현전 팀로고.jpg" descr="집현전 팀로고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5956" y="543157"/>
            <a:ext cx="2414238" cy="8177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Screen Shot 2022-12-05 at 10.54.56 PM.png" descr="Screen Shot 2022-12-05 at 10.54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63" y="-20695"/>
            <a:ext cx="24375074" cy="139015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46632" y="2312632"/>
            <a:ext cx="9090736" cy="909073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https://42library.kr/"/>
          <p:cNvSpPr txBox="1"/>
          <p:nvPr/>
        </p:nvSpPr>
        <p:spPr>
          <a:xfrm>
            <a:off x="10347858" y="12155741"/>
            <a:ext cx="3688284" cy="58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9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https://42library.kr/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집현전 개발팀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집현전 개발팀</a:t>
            </a:r>
          </a:p>
        </p:txBody>
      </p:sp>
      <p:pic>
        <p:nvPicPr>
          <p:cNvPr id="162" name="Screen Shot 2022-12-05 at 11.06.00 PM.png" descr="Screen Shot 2022-12-05 at 11.06.0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0182" y="4358490"/>
            <a:ext cx="7377236" cy="4330916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  <p:pic>
        <p:nvPicPr>
          <p:cNvPr id="163" name="Screen Shot 2022-12-05 at 11.11.37 PM.png" descr="Screen Shot 2022-12-05 at 11.11.3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79176" y="4762747"/>
            <a:ext cx="9275490" cy="4749306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Screen Shot 2022-12-06 at 1.25.44 PM.png" descr="Screen Shot 2022-12-06 at 1.25.4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084" y="659507"/>
            <a:ext cx="11420446" cy="337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4107" y="9362876"/>
            <a:ext cx="7010401" cy="377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Screen Shot 2022-12-06 at 1.28.53 PM.png" descr="Screen Shot 2022-12-06 at 1.28.53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55913" y="4350734"/>
            <a:ext cx="7150101" cy="1510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25596" y="4114962"/>
            <a:ext cx="10732808" cy="7916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Screen Shot 2022-12-06 at 1.30.40 PM.png" descr="Screen Shot 2022-12-06 at 1.30.40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64120" y="5023346"/>
            <a:ext cx="11420446" cy="2890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Screen Shot 2022-12-06 at 1.33.01 PM.png" descr="Screen Shot 2022-12-06 at 1.33.01 P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6743263" y="8601075"/>
            <a:ext cx="6032501" cy="248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Screen Shot 2022-12-06 at 1.33.42 PM.png" descr="Screen Shot 2022-12-06 at 1.33.42 PM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5113000" y="6225976"/>
            <a:ext cx="7010400" cy="6210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Screen Shot 2022-12-06 at 1.33.58 PM.png" descr="Screen Shot 2022-12-06 at 1.33.58 PM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795198" y="11375826"/>
            <a:ext cx="7150101" cy="2362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Screen Shot 2022-12-06 at 1.34.11 PM.png" descr="Screen Shot 2022-12-06 at 1.34.11 PM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1239996" y="2518267"/>
            <a:ext cx="7073901" cy="148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 Shot 2022-12-06 at 1.34.47 PM.png" descr="Screen Shot 2022-12-06 at 1.34.47 PM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5125700" y="609600"/>
            <a:ext cx="7493000" cy="1562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최대한 종속을 피하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최대한 종속을 피하자</a:t>
            </a:r>
          </a:p>
        </p:txBody>
      </p:sp>
      <p:pic>
        <p:nvPicPr>
          <p:cNvPr id="17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8000" y="3860800"/>
            <a:ext cx="11512492" cy="71053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Screen Shot 2022-12-06 at 1.39.23 PM.png" descr="Screen Shot 2022-12-06 at 1.39.2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156557" y="3819382"/>
            <a:ext cx="6477001" cy="6781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에러를 빨리 잡을 수 있는 시스템을 만들자"/>
          <p:cNvSpPr txBox="1"/>
          <p:nvPr>
            <p:ph type="title"/>
          </p:nvPr>
        </p:nvSpPr>
        <p:spPr>
          <a:xfrm>
            <a:off x="1219200" y="5994400"/>
            <a:ext cx="21945600" cy="1727200"/>
          </a:xfrm>
          <a:prstGeom prst="rect">
            <a:avLst/>
          </a:prstGeom>
        </p:spPr>
        <p:txBody>
          <a:bodyPr/>
          <a:lstStyle>
            <a:lvl1pPr defTabSz="975360">
              <a:defRPr b="1" spc="0" sz="896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에러를 빨리 잡을 수 있는 시스템을 만들자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Screen Shot 2022-12-06 at 1.45.19 PM.png" descr="Screen Shot 2022-12-06 at 1.45.1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688" y="4488928"/>
            <a:ext cx="7298614" cy="62025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11674" y="4549841"/>
            <a:ext cx="7960652" cy="5217151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에러 분리"/>
          <p:cNvSpPr txBox="1"/>
          <p:nvPr/>
        </p:nvSpPr>
        <p:spPr>
          <a:xfrm>
            <a:off x="10210876" y="840637"/>
            <a:ext cx="3962248" cy="1585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defRPr b="1" spc="-84" sz="84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에러 분리</a:t>
            </a:r>
          </a:p>
        </p:txBody>
      </p:sp>
      <p:pic>
        <p:nvPicPr>
          <p:cNvPr id="185" name="Screen Shot 2022-12-06 at 1.49.15 PM.png" descr="Screen Shot 2022-12-06 at 1.49.15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252950" y="5070480"/>
            <a:ext cx="5230585" cy="67705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에러 분리 in co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에러 분리 in code</a:t>
            </a:r>
          </a:p>
        </p:txBody>
      </p:sp>
      <p:pic>
        <p:nvPicPr>
          <p:cNvPr id="188" name="Screen Shot 2022-12-06 at 1.52.10 PM.png" descr="Screen Shot 2022-12-06 at 1.52.1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25397" y="3807525"/>
            <a:ext cx="9276185" cy="8006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Screen Shot 2022-12-06 at 1.54.03 PM.png" descr="Screen Shot 2022-12-06 at 1.54.03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4806" y="4136348"/>
            <a:ext cx="10898447" cy="78519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에러 핸들링 in co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에러 핸들링 in code</a:t>
            </a:r>
          </a:p>
        </p:txBody>
      </p:sp>
      <p:pic>
        <p:nvPicPr>
          <p:cNvPr id="192" name="Screen Shot 2022-12-06 at 1.55.14 PM.png" descr="Screen Shot 2022-12-06 at 1.55.1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53959" y="3238973"/>
            <a:ext cx="15392216" cy="8761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에러 로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에러 로깅</a:t>
            </a:r>
          </a:p>
        </p:txBody>
      </p:sp>
      <p:pic>
        <p:nvPicPr>
          <p:cNvPr id="19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9178" y="3885385"/>
            <a:ext cx="7560685" cy="728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Screen Shot 2022-12-06 at 2.03.07 PM.png" descr="Screen Shot 2022-12-06 at 2.03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294486" y="3726356"/>
            <a:ext cx="11010365" cy="18013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Screen Shot 2022-12-06 at 2.04.06 PM.png" descr="Screen Shot 2022-12-06 at 2.04.06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43253" y="7393542"/>
            <a:ext cx="10912831" cy="3117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해치웠나.mp4" descr="해치웠나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3574563" y="2009044"/>
            <a:ext cx="17234874" cy="9697912"/>
          </a:xfrm>
          <a:prstGeom prst="rect">
            <a:avLst/>
          </a:prstGeom>
          <a:ln w="12700">
            <a:miter lim="400000"/>
          </a:ln>
          <a:effectLst>
            <a:reflection blurRad="0" stA="4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0" fill="hold"/>
                                        <p:tgtEl>
                                          <p:spTgt spid="1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99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9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빈번한 … UNKNOWN_ERROR"/>
          <p:cNvSpPr txBox="1"/>
          <p:nvPr>
            <p:ph type="title"/>
          </p:nvPr>
        </p:nvSpPr>
        <p:spPr>
          <a:xfrm>
            <a:off x="1219200" y="1924654"/>
            <a:ext cx="21945601" cy="17272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빈번한 … UNKNOWN_ERROR</a:t>
            </a:r>
          </a:p>
        </p:txBody>
      </p:sp>
      <p:pic>
        <p:nvPicPr>
          <p:cNvPr id="202" name="Screen Shot 2022-12-06 at 2.15.23 PM.png" descr="Screen Shot 2022-12-06 at 2.15.2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34323" y="5433741"/>
            <a:ext cx="15815888" cy="139082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Error Conver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Error Converter</a:t>
            </a:r>
          </a:p>
        </p:txBody>
      </p:sp>
      <p:pic>
        <p:nvPicPr>
          <p:cNvPr id="205" name="Screen Shot 2022-12-06 at 2.17.13 PM.png" descr="Screen Shot 2022-12-06 at 2.17.1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9017" y="5251063"/>
            <a:ext cx="11233434" cy="49700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Screen Shot 2022-12-06 at 2.17.49 PM.png" descr="Screen Shot 2022-12-06 at 2.17.4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10969" y="5174460"/>
            <a:ext cx="10522981" cy="2984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2줄 요약"/>
          <p:cNvSpPr txBox="1"/>
          <p:nvPr>
            <p:ph type="title"/>
          </p:nvPr>
        </p:nvSpPr>
        <p:spPr>
          <a:xfrm>
            <a:off x="1219200" y="1324652"/>
            <a:ext cx="21945600" cy="17272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2줄 요약</a:t>
            </a:r>
          </a:p>
        </p:txBody>
      </p:sp>
      <p:sp>
        <p:nvSpPr>
          <p:cNvPr id="209" name="독립적인 서비스를 만들자…"/>
          <p:cNvSpPr txBox="1"/>
          <p:nvPr/>
        </p:nvSpPr>
        <p:spPr>
          <a:xfrm>
            <a:off x="4064254" y="5117562"/>
            <a:ext cx="16255493" cy="405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b="1" sz="8000">
                <a:latin typeface="Graphik"/>
                <a:ea typeface="Graphik"/>
                <a:cs typeface="Graphik"/>
                <a:sym typeface="Graphik"/>
              </a:defRPr>
            </a:pPr>
            <a:r>
              <a:t>독립적인 서비스를 만들자</a:t>
            </a:r>
          </a:p>
          <a:p>
            <a:pPr algn="l">
              <a:defRPr b="1" sz="8000">
                <a:latin typeface="Graphik"/>
                <a:ea typeface="Graphik"/>
                <a:cs typeface="Graphik"/>
                <a:sym typeface="Graphik"/>
              </a:defRPr>
            </a:pPr>
          </a:p>
          <a:p>
            <a:pPr algn="l">
              <a:defRPr b="1" sz="8000">
                <a:latin typeface="Graphik"/>
                <a:ea typeface="Graphik"/>
                <a:cs typeface="Graphik"/>
                <a:sym typeface="Graphik"/>
              </a:defRPr>
            </a:pPr>
            <a:r>
              <a:t>에러를 빨리 잡을 수 있는 시스템을 만들자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_BONUS_"/>
          <p:cNvSpPr txBox="1"/>
          <p:nvPr>
            <p:ph type="title"/>
          </p:nvPr>
        </p:nvSpPr>
        <p:spPr>
          <a:xfrm>
            <a:off x="1219199" y="770025"/>
            <a:ext cx="21945601" cy="1727201"/>
          </a:xfrm>
          <a:prstGeom prst="rect">
            <a:avLst/>
          </a:prstGeom>
        </p:spPr>
        <p:txBody>
          <a:bodyPr/>
          <a:lstStyle>
            <a:lvl1pPr>
              <a:defRPr b="1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_BONUS_</a:t>
            </a:r>
          </a:p>
        </p:txBody>
      </p:sp>
      <p:pic>
        <p:nvPicPr>
          <p:cNvPr id="212" name="Screen Shot 2022-12-06 at 2.28.36 PM.png" descr="Screen Shot 2022-12-06 at 2.28.3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63504" y="4159851"/>
            <a:ext cx="17056992" cy="7713977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- sentry -"/>
          <p:cNvSpPr txBox="1"/>
          <p:nvPr/>
        </p:nvSpPr>
        <p:spPr>
          <a:xfrm>
            <a:off x="10875035" y="2718287"/>
            <a:ext cx="2633930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4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- sentry -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EOF"/>
          <p:cNvSpPr txBox="1"/>
          <p:nvPr>
            <p:ph type="title"/>
          </p:nvPr>
        </p:nvSpPr>
        <p:spPr>
          <a:xfrm>
            <a:off x="1219200" y="5083026"/>
            <a:ext cx="21945601" cy="3945914"/>
          </a:xfrm>
          <a:prstGeom prst="rect">
            <a:avLst/>
          </a:prstGeom>
        </p:spPr>
        <p:txBody>
          <a:bodyPr/>
          <a:lstStyle>
            <a:lvl1pPr>
              <a:defRPr b="1" spc="-167" sz="167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EOF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